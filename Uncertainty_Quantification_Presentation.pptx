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9" r:id="rId13"/>
    <p:sldId id="275" r:id="rId14"/>
    <p:sldId id="276" r:id="rId15"/>
    <p:sldId id="270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48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68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21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880" y="448887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Quantification for OOD Detection: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with Focus on Conformal Prediction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2992180" y="4073236"/>
            <a:ext cx="6207640" cy="552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Computer Studies, Yangon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E83DDB-EB7B-06C4-CEBD-181E248ADC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239" y="2257559"/>
            <a:ext cx="1351041" cy="1519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0D1EDF-EADD-F37F-DFA6-64D6CBC76A77}"/>
              </a:ext>
            </a:extLst>
          </p:cNvPr>
          <p:cNvSpPr txBox="1"/>
          <p:nvPr/>
        </p:nvSpPr>
        <p:spPr>
          <a:xfrm>
            <a:off x="7619307" y="5616279"/>
            <a:ext cx="4824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04813"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	   :    Mg Aung Kaung San</a:t>
            </a:r>
          </a:p>
          <a:p>
            <a:pPr indent="404813"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No. 	   :    6CS-18 (BIS)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257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CNN Architecture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6355080" y="1371600"/>
            <a:ext cx="5257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Comparison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Under Shift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4 UQ methods: Softmax, MC-Dropout, Deep Ensembles, Conformal Prediction (APS)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dataset: CIFAR-10  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dataset: SVHN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calibration, OOD detection, and robustness under shift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Ensembles → best OOD detection; Conformal → best coverage guarantee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can be confidently wrong on unfamiliar inputs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for safety-critical systems (medical, driving, industry)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need to “know when they don’t know”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Uncertainty Quantification (UQ) methods to get reliable confidence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4 approaches under one common protocol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conformal prediction for guaranteed coverage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4 UQ methods fairly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OOD detection performance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calibration quality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conformal coverage &amp; set size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robustness under distribution shift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DNNs may face inputs far from training distribution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Aleatoric uncertainty = data noise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uncertainty = model’s lack of knowledge (key for OOD)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Which UQ method best detects OOD + gives reliable confidence?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GB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(ID): 10 classes, 32×32 RGB, 50,000 train / 10,000 test.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GB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SVHN (OOD): 32×32 RGB house-number images, disjoint label semantics, test split used for OOD evaluation.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GB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resolution and channels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GB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20% of CIFAR-10 test set used for conformal calibration; remaining 80% for evaluation.</a:t>
            </a:r>
            <a:endParaRPr lang="en-US" sz="16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F9DDB8-CCAB-8EED-5B41-E5DBB8B3C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735" y="777240"/>
            <a:ext cx="2270271" cy="54947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CNN Architecture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5333D2-F52B-1BAA-750E-7AFE10768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146" y="2286000"/>
            <a:ext cx="6885707" cy="24439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Overall methodology pipeline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E9FD39-F03C-BE9F-D153-9E8AD8DB9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262" y="1681855"/>
            <a:ext cx="8186996" cy="30065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Comparison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Ensembles: AUROC 0.829 (best)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Softmax: AUROC 0.720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MC-Dropout: AUROC 0.715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ECE = 0.0461 (overconfident)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Conformal: 95.25% coverage (target 90%), avg set size 1.95 (ID) → 2.64 (OOD)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DFA1F9-1A6C-4749-6A23-FF1DC3547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610" y="4363802"/>
            <a:ext cx="2248095" cy="883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AAAA58-33F6-F631-7041-B564B0CEF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205" y="4283785"/>
            <a:ext cx="2118544" cy="10440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Comparison (Cont’d)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A93269-9106-3911-B511-9FF634868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47" y="2077556"/>
            <a:ext cx="3621735" cy="27028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442650-A775-8E18-8CAA-2B622CF9F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662" y="2077555"/>
            <a:ext cx="7761316" cy="270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250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Comparison (Cont’d)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9541C2-D9CD-FE0C-1B6A-8D62427D9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63" y="1813833"/>
            <a:ext cx="3029782" cy="32303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E26266-E36E-47B3-BE80-DB91E10F4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77804"/>
            <a:ext cx="8214603" cy="290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07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Under Distribution Shift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drops 0.801 → 0.192 as noise increases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drops much slower: 0.847 → 0.640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σ=0.5: 64% confident but only 19% correct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Ensembles = best OOD detector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 = reliable guarantee, low cost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methods overconfident under shift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natural corruptions, more datasets, larger models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 &amp; Ghahramani (2016) — MC-Dropout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Guo et al. (2017) — Calibration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Hendrycks &amp; Gimpel (2017) — Softmax baseline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Kendall &amp; Gal (2017) — Uncertainty types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Lakshminarayanan et al. (2017) — Deep Ensembles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Romano et al. (2020) — Conformal APS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496</Words>
  <Application>Microsoft Office PowerPoint</Application>
  <PresentationFormat>Widescreen</PresentationFormat>
  <Paragraphs>93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Aung Kaung San</cp:lastModifiedBy>
  <cp:revision>15</cp:revision>
  <dcterms:created xsi:type="dcterms:W3CDTF">2026-09-15T09:03:22Z</dcterms:created>
  <dcterms:modified xsi:type="dcterms:W3CDTF">2026-09-16T04:34:18Z</dcterms:modified>
</cp:coreProperties>
</file>